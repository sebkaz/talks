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3023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SGH — Dni Otwarte 2026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Kwantowe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Uczenie Maszynowe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fizyka kwantowa rewolucjonizuje sztuczną inteligencję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4023360"/>
            <a:ext cx="18288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64008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Zając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wykładu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64008" cy="777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44475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Komputer kwantowy w domu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11680" y="1664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Budujemy z obrazka kota, sznurka i gwoździa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0" y="1463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1945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640080" y="2194560"/>
            <a:ext cx="64008" cy="777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9"/>
          <p:cNvSpPr/>
          <p:nvPr/>
        </p:nvSpPr>
        <p:spPr>
          <a:xfrm>
            <a:off x="914400" y="22402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235915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116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Prawdziwe komputery kwantowe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011680" y="2578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analogii do nadprzewodników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1520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31089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Shape 14"/>
          <p:cNvSpPr/>
          <p:nvPr/>
        </p:nvSpPr>
        <p:spPr>
          <a:xfrm>
            <a:off x="640080" y="3108960"/>
            <a:ext cx="64008" cy="777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Text 15"/>
          <p:cNvSpPr/>
          <p:nvPr/>
        </p:nvSpPr>
        <p:spPr>
          <a:xfrm>
            <a:off x="914400" y="31546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3273552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01168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Kwantowe uczenie maszynowe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2011680" y="3493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kubity spotykają sieci neuronowe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315200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40080" y="40233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5" name="Shape 20"/>
          <p:cNvSpPr/>
          <p:nvPr/>
        </p:nvSpPr>
        <p:spPr>
          <a:xfrm>
            <a:off x="640080" y="4023360"/>
            <a:ext cx="64008" cy="777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6" name="Text 21"/>
          <p:cNvSpPr/>
          <p:nvPr/>
        </p:nvSpPr>
        <p:spPr>
          <a:xfrm>
            <a:off x="914400" y="40690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4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4187952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01168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Przyszłość i kariera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2011680" y="4407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iść, czego się uczyć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7315200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74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Zbuduj komputer</a:t>
            </a:r>
            <a:endParaRPr lang="en-US" sz="4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kwantowy w domu!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Inspiracja: Jacob Cybulski - 'How to build a quantum computer at home'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Potrzebujesz tylko kilka rzeczy z najbliższego sklepu...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 koniecznie zdjęcie kota — inaczej nie zadziała!)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Przepis na komputer kwantowy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17320" y="1371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Obrazek kota w ramce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Kubit (qubit)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17320" y="2514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Gwóźdź w ścianie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926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Rejestr kwantowy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77724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🧵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17320" y="3657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Sznurek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4069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Stan superpozycji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48920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✂️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32120" y="1371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Nożyczki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3212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Aparatura pomiarowa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42316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48920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532120" y="2514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Klej (Blu Tack)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32120" y="2926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Splątanie kwantowe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356616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489204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⬇️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532120" y="3657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Podłoga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532120" y="4069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Wynik pomiaru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Uwaga: użycie zdjęcia psa nie gwarantuje poprawnych wyników!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Kubit — podstawowy element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840480" cy="329184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5544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7E8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Nasza analogia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30632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Obrazek kota zawieszony na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sznurku na gwoździu w ścianie.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Możesz go obracać — to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inicjalizacja kubitu.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280160"/>
            <a:ext cx="3840480" cy="329184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554480"/>
            <a:ext cx="1097280" cy="10972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Prawdziwy kubit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29200" y="30632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Foton, jon, nadprzewodnik...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Stany opisane liczbami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zespolonymi w przestrzeni 3D.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Operacje = obroty na sferze Blocha.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klasyczny: 0 lub 1    |    Kubit: superpozycja |0⟩ i |1⟩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Pomiar kubitu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280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Tniemy sznurek!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2011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Obrazek spada na podłogę i ląduje w jednej z dwóch pozycji: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56032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7" name="Shape 4"/>
          <p:cNvSpPr/>
          <p:nvPr/>
        </p:nvSpPr>
        <p:spPr>
          <a:xfrm>
            <a:off x="640080" y="2560320"/>
            <a:ext cx="64008" cy="16459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|0⟩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219456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PORTRET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3383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Obrazek stoi pionowo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krótszym boku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256032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Shape 9"/>
          <p:cNvSpPr/>
          <p:nvPr/>
        </p:nvSpPr>
        <p:spPr>
          <a:xfrm>
            <a:off x="4754880" y="2560320"/>
            <a:ext cx="64008" cy="1645920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Text 10"/>
          <p:cNvSpPr/>
          <p:nvPr/>
        </p:nvSpPr>
        <p:spPr>
          <a:xfrm>
            <a:off x="5029200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|1⟩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630936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KRAJOBRAZ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029200" y="3383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Obrazek leży poziomo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dłuższym boku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371600" y="4434840"/>
            <a:ext cx="6400800" cy="5029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4"/>
          <p:cNvSpPr/>
          <p:nvPr/>
        </p:nvSpPr>
        <p:spPr>
          <a:xfrm>
            <a:off x="1371600" y="4434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Kluczowe: pomiar niszczy stan superpozycji — kolaps stanu kwantowego!</a:t>
            </a:r>
            <a:endParaRPr lang="en-US" sz="14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805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Superpozycja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obrazek wisi na ścianie — NIE jest ani w pozycji portret, ani krajobraz.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w stanie superpozycji!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7315200" cy="109728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|ψ⟩ = α|0⟩ + β|1⟩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|α|² + |β|² = 1    (prawdopodobieństwa sumują się do 1)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3749040" cy="1188720"/>
          </a:xfrm>
          <a:prstGeom prst="rect">
            <a:avLst/>
          </a:prstGeom>
          <a:solidFill>
            <a:srgbClr val="3B181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MIT: 'Kubit jest jednoczesnie 0 i 1'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częsty błąd dziennikarzy.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 0 i 1 to nie bieguny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jednej skali.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566160"/>
            <a:ext cx="3749040" cy="1188720"/>
          </a:xfrm>
          <a:prstGeom prst="rect">
            <a:avLst/>
          </a:prstGeom>
          <a:solidFill>
            <a:srgbClr val="0B332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493776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FAKT: To kombinacja stanów bazowych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977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 i |1⟩ to prostopadłe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współrzędne — jak szerokość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długość geograficzna.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Splątanie kwantowe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Sklejamy dwa obrazki razem (Blu Tack) i wieszamy na jednym sznurku!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3"/>
          <p:cNvSpPr/>
          <p:nvPr/>
        </p:nvSpPr>
        <p:spPr>
          <a:xfrm>
            <a:off x="1600200" y="20574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16002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Sklejamy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108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 obrazki łączymy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klejem i wieszamy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wspólnym sznurku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20440" y="192024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4480560" y="20574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9"/>
          <p:cNvSpPr/>
          <p:nvPr/>
        </p:nvSpPr>
        <p:spPr>
          <a:xfrm>
            <a:off x="44805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70332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Tniemy sznurek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703320" y="3108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Obrazki spadają razem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rozdzielają się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uderzeniu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0" y="192024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3"/>
          <p:cNvSpPr/>
          <p:nvPr/>
        </p:nvSpPr>
        <p:spPr>
          <a:xfrm>
            <a:off x="7360920" y="20574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4"/>
          <p:cNvSpPr/>
          <p:nvPr/>
        </p:nvSpPr>
        <p:spPr>
          <a:xfrm>
            <a:off x="73609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58368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Obserwujemy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583680" y="3108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Pomiary obu kubitów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są silnie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skorelowane!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1" name="Text 18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Kluczowa właściwość: pomiar jednego kubitu natychmiast wpływa na stan drugiego — niezależnie od odległości!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Błędy kwantowe — wrogowie kubitów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86200" cy="146304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17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Szum środowiskowy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68680" y="1874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Wibracje, przeciągi, nierówna ściana — w prawdziwym komputerze: ciepło i promieniowanie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00600" y="1188720"/>
            <a:ext cx="3886200" cy="146304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173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2356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Błędy operacyjne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29200" y="1874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Niedokładne obroty, złe wyrównanie przy splątaniu — w praktyce: niedoskonałe bramki kwantowe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2880360"/>
            <a:ext cx="3886200" cy="146304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1089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Błędy pomiaru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68680" y="3566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Obrazek pada "na kant" — wieloznaczny wynik odczytu kubitu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800600" y="2880360"/>
            <a:ext cx="3886200" cy="146304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10896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2356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Dekoherencja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029200" y="3566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czasem kubity same tracą stan — obrazki odpadają od ściany, klej się odklejà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Dlatego prawdziwe komputery kwantowe pracują w temperaturze bliskiej zeru absolutnemu (15 mK)!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 obrazków do nadprzewodników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2880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Cecha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Nasz komputer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Prawdziwy komputer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Obrazek kota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Nadprzewodnik / Jon / Foton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Superpozycja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(liczby rzeczywiste)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4D (liczby zespolone)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Obroty ręczne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Impulsy mikrofalowe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Pomiar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Nożyczki + podłoga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Rezonator kwantowy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Pokojowa 🌡️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milikelwinów 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Dokładność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Bardzo niska 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99.9%+ na kubit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Gracze: IBM (Eagle 127 kubitów), Google (Sycamore), IonQ, Rigetti, Quantinuum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5486400" y="1828800"/>
            <a:ext cx="5486400" cy="5486400"/>
          </a:xfrm>
          <a:prstGeom prst="ellipse">
            <a:avLst/>
          </a:prstGeom>
          <a:solidFill>
            <a:srgbClr val="818CF8">
              <a:alpha val="8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teraz...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 się stanie, gdy połączymy</a:t>
            </a:r>
            <a:endParaRPr lang="en-US" sz="3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kubity z uczeniem maszynowym?</a:t>
            </a:r>
            <a:endParaRPr lang="en-US" sz="3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32918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0" y="33832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3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291840"/>
            <a:ext cx="822960" cy="822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Uczenie maszynowe w 60 sekund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8745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1280160" y="1463040"/>
            <a:ext cx="594360" cy="5943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Zbieramy przykłady: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zdjęcia, teksty, liczby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1280160"/>
            <a:ext cx="18745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594360" cy="59436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42900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2608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Sieć neuronowa z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parametrami (wagami)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280160"/>
            <a:ext cx="18745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5577840" y="146304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55778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7492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Optymalizujemy wagi,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aby minimalizować błąd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86600" y="1280160"/>
            <a:ext cx="18745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9" name="Shape 17"/>
          <p:cNvSpPr/>
          <p:nvPr/>
        </p:nvSpPr>
        <p:spPr>
          <a:xfrm>
            <a:off x="7726680" y="146304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772668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2376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Predykcja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generalizuje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nowe dane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Kluczowy problem: im więcej danych i parametrów, tym trudniej optymalizować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Przykłady: rozpoznawanie obrazów, tłumaczenie tekstu, ChatGPT, AlphaFold, samochody autonomiczne...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Dlaczego kwantowe + ML?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105156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Przestrzeń stanów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737360" y="15544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kubitów opisuje 2ⁿ stanów jednocześnie.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kubitów = 1024 stany.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kubitów = ponad 10¹⁵ stanów!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423160"/>
            <a:ext cx="7863840" cy="105156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606040"/>
            <a:ext cx="5943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Równoległość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737360" y="278892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Operacje na superpozycji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działają na wszystkich stanach naraz —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przyśpieszenie eksponencjalne.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657600"/>
            <a:ext cx="7863840" cy="105156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40480"/>
            <a:ext cx="594360" cy="5943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3736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Optymalizacja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737360" y="402336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Kwantowe algorytmy mogą efektywniej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przeszukiwać przestrzenie parametrów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znajdować globalne minima.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Potencjał: rozwiązywanie problemów, które dla klasycznych komputerów zajęłyby miliony lat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Jak działa kwantowe uczenie maszynowe?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1554480" cy="1463040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411480" y="1280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Dane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klasyczne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x₁, x₂, ...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74520" y="1554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48840" y="1188720"/>
            <a:ext cx="1554480" cy="1463040"/>
          </a:xfrm>
          <a:prstGeom prst="rect">
            <a:avLst/>
          </a:prstGeom>
          <a:solidFill>
            <a:srgbClr val="C7D2FE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2194560" y="1280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Kodowanie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kwantowe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 encoding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1554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931920" y="1188720"/>
            <a:ext cx="1554480" cy="1463040"/>
          </a:xfrm>
          <a:prstGeom prst="rect">
            <a:avLst/>
          </a:prstGeom>
          <a:solidFill>
            <a:srgbClr val="DDD6FE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977640" y="1280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Obwód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parametryczny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bramki Rₓ, Rᵧ, CNOT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40680" y="1554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15000" y="1188720"/>
            <a:ext cx="1554480" cy="1463040"/>
          </a:xfrm>
          <a:prstGeom prst="rect">
            <a:avLst/>
          </a:prstGeom>
          <a:solidFill>
            <a:srgbClr val="FCE7F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5760720" y="1280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B2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Pomiar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⟨ψ|Ô|ψ⟩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1554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498080" y="1188720"/>
            <a:ext cx="1554480" cy="1463040"/>
          </a:xfrm>
          <a:prstGeom prst="rect">
            <a:avLst/>
          </a:prstGeom>
          <a:solidFill>
            <a:srgbClr val="FEF3C7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7543800" y="1280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Klasyczna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optymalizacja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4380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 descent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926080"/>
            <a:ext cx="78638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822960" y="3017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Variational Quantum Eigensolver / Quantum Neural Network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34290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Dane klasyczne kodujemy jako stany kubitów (kąty obrotu)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Przepuszczamy przez obwód kwantowy z parametrami (bramki obrotowe)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Mierzymy kubity — wynik to predykcja modelu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Klasyczny optymalizator aktualizuje parametry obwodu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Powtarzamy aż model się nauczy — jak trening sieci neuronowej!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Obwód kwantowy ≈ sieć neuronowa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329184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Sieć neuronowa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wejściowa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dane wchodzą do sieci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Warstwy ukryte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transformacje z wagami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 wyjściowa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predykcja (softmax)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aktualizacja wag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840480" cy="329184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Obwód kwantowy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7830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Kodowanie (encoding)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dane → stany kubitów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Warstwy bramek (ansatz)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Rₓ(θ), Rᵧ(θ), CNOT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Pomiar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kolaps → wartość oczekiwana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shift rule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aktualizacja kątów 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Wagi sieci neuronowej ↔ Kąty obrotu bramek kwantowych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Zastosowania QML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325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Odkrywanie leków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Symulacja molekuł, składanie białek, interakcje lekowe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474720" y="118872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32588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1188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Finanse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61188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Optymalizacja portfela, wycena opcji, analiza ryzyka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309360" y="118872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32588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4652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Materiały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44652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Projektowanie baterii, nadprzewodników, materiałów kwantowych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301752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315468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Kryptografia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7724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 Shora, kryptografia post-kwantowa, dystrybucja klucza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474720" y="301752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315468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61188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Optymalizacja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361188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Logistyka, harmonogramowanie, problemy kombinatoryczne (QAOA)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309360" y="301752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3154680"/>
            <a:ext cx="548640" cy="5486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4652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Klasyfikacja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644652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kernel methods, kwantowe SVM, rozpoznawanie wzorców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Narzędzia — zacznij już dziś!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606040" cy="256032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6060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Qiskit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Najpopularniejszy framework.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open source, darmowy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 do prawdziwych kubitów!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3337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1188720"/>
            <a:ext cx="2606040" cy="256032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3520440" y="118872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703320" y="1371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PennyLane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03320" y="1783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Xanari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2148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Specjalizacja w QML.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z PyTorch i TensorFlow.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Autodiff na obwodach kwantowych.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51960" y="3337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188720"/>
            <a:ext cx="2606040" cy="256032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6400800" y="118872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6583680" y="1371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Cirq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1783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148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Google.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Blisko sprzętu, dobre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badań i eksperymentów.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3337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solidFill>
            <a:srgbClr val="162D5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822960" y="4069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IBM Quantum Experience — darmowy dostęp do prawdziwych komputerów kwantowych w chmurze!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434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quantum.ibm.com  |  pennylane.ai  |  quantumai.google/cirq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Wyzwania i przyszłość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320040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Wyzwania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mało kubitów (NISQ era)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Szum i dekoherencja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Barren plateaus w optymalizacji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quantum advantage dla ML (na razie)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Kosztowny sprzęt i infrastruktura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Mała społeczność i brak standardów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Nadzieje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Korekcja błędów kwantowych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Hybrydowe algorytmy klasyczno-kwantowe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kernels i quantum features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Miliardowe inwestycje (EU, USA, Chiny)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Rosnąca liczba kubitów rok do roku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Nowe zastosowania w nauce i biznesie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 zapamiętać?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16128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097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Kubity wykorzystują superpozycję i splątanie — to nie bity 0 i 1 naraz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7863840" cy="64008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938528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8745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Komputer kwantowy da się wyjaśnić obrazkiem kota, sznurkiem i nożyczkami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2606040"/>
            <a:ext cx="7863840" cy="64008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715768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26517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QML łączy obwody kwantowe z klasyczną optymalizacją — hybrydowe podejście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40080" y="3383280"/>
            <a:ext cx="7863840" cy="64008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493008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3040" y="34290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Jesteśmy w erze NISQ — dużo szumu, ale ogromny potencjał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solidFill>
            <a:srgbClr val="162D5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270248"/>
            <a:ext cx="411480" cy="4114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63040" y="42062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Możesz zacząć uczyć się już dziś: Python + Qiskit/PennyLane + darmowe kubity!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Ścieżki kariery w Quantum ML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64008" cy="10515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Quantum Software Engineer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36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Umiejętności: Python, Qiskit/PennyLane, algebra liniowa, programowanie obwodów kwantowych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47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Gdzie: IBM, Google, Amazon Braket, startupy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64008" cy="105156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Quantum ML Researcher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770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Umiejętności: ML/DL, mechanika kwantowa, optymalizacja, teoria informacji kwantowej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081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Gdzie: Uczelnie, laboratoria, think tanki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64008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91440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Quantum Algorithm Developer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0050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Umiejętności: Matematyka, teoria złożoności, projektowanie algorytmów kwantowych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Gdzie: Finanse, farmacja, kryptografia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6451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zacznij od Pythona + algebry liniowej, potem dodaj fizykę kwantową i frameworki QML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914400"/>
            <a:ext cx="3657600" cy="36576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4572000" y="2743200"/>
            <a:ext cx="4572000" cy="4572000"/>
          </a:xfrm>
          <a:prstGeom prst="ellipse">
            <a:avLst/>
          </a:prstGeom>
          <a:solidFill>
            <a:srgbClr val="818CF8">
              <a:alpha val="8000"/>
            </a:srgbClr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73152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Pytania?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Chętnie odpowiem na wszystkie pytania!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3840480"/>
            <a:ext cx="27432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SGH — Dni Otwarte 2026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Źródło inspiracji: J. Cybulski, How to build a quantum computer at home (Medium, 2023)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</TotalTime>
  <Words>1346</Words>
  <Application>Microsoft Macintosh PowerPoint</Application>
  <PresentationFormat>Pokaz na ekranie (16:9)</PresentationFormat>
  <Paragraphs>310</Paragraphs>
  <Slides>21</Slides>
  <Notes>21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Trebuchet MS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Kwantowe Uczenie Maszynowe</dc:title>
  <dc:subject>PptxGenJS Presentation</dc:subject>
  <dc:creator>SGH - Dni Otwarte</dc:creator>
  <cp:lastModifiedBy>Zając Sebastian</cp:lastModifiedBy>
  <cp:revision>3</cp:revision>
  <dcterms:created xsi:type="dcterms:W3CDTF">2026-03-12T00:18:25Z</dcterms:created>
  <dcterms:modified xsi:type="dcterms:W3CDTF">2026-03-13T21:42:18Z</dcterms:modified>
</cp:coreProperties>
</file>